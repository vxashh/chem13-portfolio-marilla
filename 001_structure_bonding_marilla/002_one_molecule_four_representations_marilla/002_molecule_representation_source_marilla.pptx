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Yeseva One" charset="1" panose="00000500000000000000"/>
      <p:regular r:id="rId9"/>
    </p:embeddedFont>
    <p:embeddedFont>
      <p:font typeface="Libre Baskerville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jpe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2" Target="../media/image1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Relationship Id="rId8" Target="../media/image21.jpe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Relationship Id="rId6" Target="../media/image29.jpe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8601" y="1028700"/>
            <a:ext cx="6242664" cy="4218659"/>
            <a:chOff x="0" y="0"/>
            <a:chExt cx="1644158" cy="11110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4158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4158">
                  <a:moveTo>
                    <a:pt x="63248" y="0"/>
                  </a:moveTo>
                  <a:lnTo>
                    <a:pt x="1580910" y="0"/>
                  </a:lnTo>
                  <a:cubicBezTo>
                    <a:pt x="1615841" y="0"/>
                    <a:pt x="1644158" y="28317"/>
                    <a:pt x="1644158" y="63248"/>
                  </a:cubicBezTo>
                  <a:lnTo>
                    <a:pt x="1644158" y="1047839"/>
                  </a:lnTo>
                  <a:cubicBezTo>
                    <a:pt x="1644158" y="1082770"/>
                    <a:pt x="1615841" y="1111087"/>
                    <a:pt x="1580910" y="1111087"/>
                  </a:cubicBezTo>
                  <a:lnTo>
                    <a:pt x="63248" y="1111087"/>
                  </a:lnTo>
                  <a:cubicBezTo>
                    <a:pt x="28317" y="1111087"/>
                    <a:pt x="0" y="1082770"/>
                    <a:pt x="0" y="1047839"/>
                  </a:cubicBezTo>
                  <a:lnTo>
                    <a:pt x="0" y="63248"/>
                  </a:lnTo>
                  <a:cubicBezTo>
                    <a:pt x="0" y="28317"/>
                    <a:pt x="28317" y="0"/>
                    <a:pt x="632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44158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8601" y="5701763"/>
            <a:ext cx="6250727" cy="4218659"/>
            <a:chOff x="0" y="0"/>
            <a:chExt cx="1646282" cy="1111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6282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6282">
                  <a:moveTo>
                    <a:pt x="63167" y="0"/>
                  </a:moveTo>
                  <a:lnTo>
                    <a:pt x="1583115" y="0"/>
                  </a:lnTo>
                  <a:cubicBezTo>
                    <a:pt x="1618001" y="0"/>
                    <a:pt x="1646282" y="28281"/>
                    <a:pt x="1646282" y="63167"/>
                  </a:cubicBezTo>
                  <a:lnTo>
                    <a:pt x="1646282" y="1047921"/>
                  </a:lnTo>
                  <a:cubicBezTo>
                    <a:pt x="1646282" y="1082807"/>
                    <a:pt x="1618001" y="1111087"/>
                    <a:pt x="1583115" y="1111087"/>
                  </a:cubicBezTo>
                  <a:lnTo>
                    <a:pt x="63167" y="1111087"/>
                  </a:lnTo>
                  <a:cubicBezTo>
                    <a:pt x="28281" y="1111087"/>
                    <a:pt x="0" y="1082807"/>
                    <a:pt x="0" y="1047921"/>
                  </a:cubicBezTo>
                  <a:lnTo>
                    <a:pt x="0" y="63167"/>
                  </a:lnTo>
                  <a:cubicBezTo>
                    <a:pt x="0" y="28281"/>
                    <a:pt x="28281" y="0"/>
                    <a:pt x="631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46282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38448" y="1028700"/>
            <a:ext cx="6250925" cy="4218659"/>
            <a:chOff x="0" y="0"/>
            <a:chExt cx="1646334" cy="11110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6334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6334">
                  <a:moveTo>
                    <a:pt x="63165" y="0"/>
                  </a:moveTo>
                  <a:lnTo>
                    <a:pt x="1583169" y="0"/>
                  </a:lnTo>
                  <a:cubicBezTo>
                    <a:pt x="1599922" y="0"/>
                    <a:pt x="1615988" y="6655"/>
                    <a:pt x="1627834" y="18501"/>
                  </a:cubicBezTo>
                  <a:cubicBezTo>
                    <a:pt x="1639679" y="30346"/>
                    <a:pt x="1646334" y="46412"/>
                    <a:pt x="1646334" y="63165"/>
                  </a:cubicBezTo>
                  <a:lnTo>
                    <a:pt x="1646334" y="1047923"/>
                  </a:lnTo>
                  <a:cubicBezTo>
                    <a:pt x="1646334" y="1064675"/>
                    <a:pt x="1639679" y="1080741"/>
                    <a:pt x="1627834" y="1092587"/>
                  </a:cubicBezTo>
                  <a:cubicBezTo>
                    <a:pt x="1615988" y="1104432"/>
                    <a:pt x="1599922" y="1111087"/>
                    <a:pt x="1583169" y="1111087"/>
                  </a:cubicBezTo>
                  <a:lnTo>
                    <a:pt x="63165" y="1111087"/>
                  </a:lnTo>
                  <a:cubicBezTo>
                    <a:pt x="46412" y="1111087"/>
                    <a:pt x="30346" y="1104432"/>
                    <a:pt x="18501" y="1092587"/>
                  </a:cubicBezTo>
                  <a:cubicBezTo>
                    <a:pt x="6655" y="1080741"/>
                    <a:pt x="0" y="1064675"/>
                    <a:pt x="0" y="1047923"/>
                  </a:cubicBezTo>
                  <a:lnTo>
                    <a:pt x="0" y="63165"/>
                  </a:lnTo>
                  <a:cubicBezTo>
                    <a:pt x="0" y="46412"/>
                    <a:pt x="6655" y="30346"/>
                    <a:pt x="18501" y="18501"/>
                  </a:cubicBezTo>
                  <a:cubicBezTo>
                    <a:pt x="30346" y="6655"/>
                    <a:pt x="46412" y="0"/>
                    <a:pt x="631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46334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46709" y="5701763"/>
            <a:ext cx="6242664" cy="4218659"/>
            <a:chOff x="0" y="0"/>
            <a:chExt cx="1644158" cy="11110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4158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4158">
                  <a:moveTo>
                    <a:pt x="63248" y="0"/>
                  </a:moveTo>
                  <a:lnTo>
                    <a:pt x="1580910" y="0"/>
                  </a:lnTo>
                  <a:cubicBezTo>
                    <a:pt x="1615841" y="0"/>
                    <a:pt x="1644158" y="28317"/>
                    <a:pt x="1644158" y="63248"/>
                  </a:cubicBezTo>
                  <a:lnTo>
                    <a:pt x="1644158" y="1047839"/>
                  </a:lnTo>
                  <a:cubicBezTo>
                    <a:pt x="1644158" y="1082770"/>
                    <a:pt x="1615841" y="1111087"/>
                    <a:pt x="1580910" y="1111087"/>
                  </a:cubicBezTo>
                  <a:lnTo>
                    <a:pt x="63248" y="1111087"/>
                  </a:lnTo>
                  <a:cubicBezTo>
                    <a:pt x="28317" y="1111087"/>
                    <a:pt x="0" y="1082770"/>
                    <a:pt x="0" y="1047839"/>
                  </a:cubicBezTo>
                  <a:lnTo>
                    <a:pt x="0" y="63248"/>
                  </a:lnTo>
                  <a:cubicBezTo>
                    <a:pt x="0" y="28317"/>
                    <a:pt x="28317" y="0"/>
                    <a:pt x="632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44158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668601" y="3138030"/>
            <a:ext cx="6242664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4797997" y="1446659"/>
            <a:ext cx="0" cy="3382741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5354509" y="3745100"/>
            <a:ext cx="2219687" cy="809886"/>
          </a:xfrm>
          <a:custGeom>
            <a:avLst/>
            <a:gdLst/>
            <a:ahLst/>
            <a:cxnLst/>
            <a:rect r="r" b="b" t="t" l="l"/>
            <a:pathLst>
              <a:path h="809886" w="2219687">
                <a:moveTo>
                  <a:pt x="0" y="0"/>
                </a:moveTo>
                <a:lnTo>
                  <a:pt x="2219687" y="0"/>
                </a:lnTo>
                <a:lnTo>
                  <a:pt x="2219687" y="809885"/>
                </a:lnTo>
                <a:lnTo>
                  <a:pt x="0" y="809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399680" y="1771646"/>
            <a:ext cx="2129344" cy="1202049"/>
          </a:xfrm>
          <a:custGeom>
            <a:avLst/>
            <a:gdLst/>
            <a:ahLst/>
            <a:cxnLst/>
            <a:rect r="r" b="b" t="t" l="l"/>
            <a:pathLst>
              <a:path h="1202049" w="2129344">
                <a:moveTo>
                  <a:pt x="0" y="0"/>
                </a:moveTo>
                <a:lnTo>
                  <a:pt x="2129344" y="0"/>
                </a:lnTo>
                <a:lnTo>
                  <a:pt x="2129344" y="1202050"/>
                </a:lnTo>
                <a:lnTo>
                  <a:pt x="0" y="1202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H="true">
            <a:off x="4789933" y="6119723"/>
            <a:ext cx="0" cy="3440124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668601" y="9501098"/>
            <a:ext cx="6242664" cy="417959"/>
            <a:chOff x="0" y="0"/>
            <a:chExt cx="1644158" cy="11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4158" cy="110080"/>
            </a:xfrm>
            <a:custGeom>
              <a:avLst/>
              <a:gdLst/>
              <a:ahLst/>
              <a:cxnLst/>
              <a:rect r="r" b="b" t="t" l="l"/>
              <a:pathLst>
                <a:path h="110080" w="1644158">
                  <a:moveTo>
                    <a:pt x="55040" y="0"/>
                  </a:moveTo>
                  <a:lnTo>
                    <a:pt x="1589118" y="0"/>
                  </a:lnTo>
                  <a:cubicBezTo>
                    <a:pt x="1603716" y="0"/>
                    <a:pt x="1617716" y="5799"/>
                    <a:pt x="1628038" y="16121"/>
                  </a:cubicBezTo>
                  <a:cubicBezTo>
                    <a:pt x="1638359" y="26443"/>
                    <a:pt x="1644158" y="40442"/>
                    <a:pt x="1644158" y="55040"/>
                  </a:cubicBezTo>
                  <a:lnTo>
                    <a:pt x="1644158" y="55040"/>
                  </a:lnTo>
                  <a:cubicBezTo>
                    <a:pt x="1644158" y="69637"/>
                    <a:pt x="1638359" y="83637"/>
                    <a:pt x="1628038" y="93959"/>
                  </a:cubicBezTo>
                  <a:cubicBezTo>
                    <a:pt x="1617716" y="104281"/>
                    <a:pt x="1603716" y="110080"/>
                    <a:pt x="1589118" y="110080"/>
                  </a:cubicBezTo>
                  <a:lnTo>
                    <a:pt x="55040" y="110080"/>
                  </a:lnTo>
                  <a:cubicBezTo>
                    <a:pt x="40442" y="110080"/>
                    <a:pt x="26443" y="104281"/>
                    <a:pt x="16121" y="93959"/>
                  </a:cubicBezTo>
                  <a:cubicBezTo>
                    <a:pt x="5799" y="83637"/>
                    <a:pt x="0" y="69637"/>
                    <a:pt x="0" y="55040"/>
                  </a:cubicBezTo>
                  <a:lnTo>
                    <a:pt x="0" y="55040"/>
                  </a:lnTo>
                  <a:cubicBezTo>
                    <a:pt x="0" y="40442"/>
                    <a:pt x="5799" y="26443"/>
                    <a:pt x="16121" y="16121"/>
                  </a:cubicBezTo>
                  <a:cubicBezTo>
                    <a:pt x="26443" y="5799"/>
                    <a:pt x="40442" y="0"/>
                    <a:pt x="5504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644158" cy="15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714119" y="7792043"/>
            <a:ext cx="6242664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668601" y="877779"/>
            <a:ext cx="6250727" cy="597753"/>
            <a:chOff x="0" y="0"/>
            <a:chExt cx="1646282" cy="1574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6282" cy="157433"/>
            </a:xfrm>
            <a:custGeom>
              <a:avLst/>
              <a:gdLst/>
              <a:ahLst/>
              <a:cxnLst/>
              <a:rect r="r" b="b" t="t" l="l"/>
              <a:pathLst>
                <a:path h="15743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57433"/>
                  </a:lnTo>
                  <a:lnTo>
                    <a:pt x="0" y="15743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646282" cy="18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68601" y="4760969"/>
            <a:ext cx="6250727" cy="486390"/>
            <a:chOff x="0" y="0"/>
            <a:chExt cx="1646282" cy="1281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8601" y="5514059"/>
            <a:ext cx="6250727" cy="605663"/>
            <a:chOff x="0" y="0"/>
            <a:chExt cx="1646282" cy="1595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6282" cy="159516"/>
            </a:xfrm>
            <a:custGeom>
              <a:avLst/>
              <a:gdLst/>
              <a:ahLst/>
              <a:cxnLst/>
              <a:rect r="r" b="b" t="t" l="l"/>
              <a:pathLst>
                <a:path h="159516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59516"/>
                  </a:lnTo>
                  <a:lnTo>
                    <a:pt x="0" y="159516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646282" cy="18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68601" y="9461192"/>
            <a:ext cx="6250727" cy="486390"/>
            <a:chOff x="0" y="0"/>
            <a:chExt cx="1646282" cy="1281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46709" y="877779"/>
            <a:ext cx="6250727" cy="597753"/>
            <a:chOff x="0" y="0"/>
            <a:chExt cx="1646282" cy="1574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46282" cy="157433"/>
            </a:xfrm>
            <a:custGeom>
              <a:avLst/>
              <a:gdLst/>
              <a:ahLst/>
              <a:cxnLst/>
              <a:rect r="r" b="b" t="t" l="l"/>
              <a:pathLst>
                <a:path h="15743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57433"/>
                  </a:lnTo>
                  <a:lnTo>
                    <a:pt x="0" y="15743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646282" cy="18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38645" y="4760969"/>
            <a:ext cx="6250727" cy="486390"/>
            <a:chOff x="0" y="0"/>
            <a:chExt cx="1646282" cy="1281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38645" y="5504534"/>
            <a:ext cx="6250727" cy="615188"/>
            <a:chOff x="0" y="0"/>
            <a:chExt cx="1646282" cy="1620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46282" cy="162025"/>
            </a:xfrm>
            <a:custGeom>
              <a:avLst/>
              <a:gdLst/>
              <a:ahLst/>
              <a:cxnLst/>
              <a:rect r="r" b="b" t="t" l="l"/>
              <a:pathLst>
                <a:path h="162025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62025"/>
                  </a:lnTo>
                  <a:lnTo>
                    <a:pt x="0" y="162025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646282" cy="19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38645" y="9501098"/>
            <a:ext cx="6250727" cy="486390"/>
            <a:chOff x="0" y="0"/>
            <a:chExt cx="1646282" cy="1281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sp>
        <p:nvSpPr>
          <p:cNvPr name="AutoShape 48" id="48"/>
          <p:cNvSpPr/>
          <p:nvPr/>
        </p:nvSpPr>
        <p:spPr>
          <a:xfrm>
            <a:off x="13564009" y="6119723"/>
            <a:ext cx="0" cy="3381375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V="true">
            <a:off x="10469791" y="7811093"/>
            <a:ext cx="6219582" cy="1905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13544959" y="1475533"/>
            <a:ext cx="0" cy="3205265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V="true">
            <a:off x="10438645" y="2973696"/>
            <a:ext cx="6250727" cy="1905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5354509" y="8366866"/>
            <a:ext cx="2126112" cy="779574"/>
          </a:xfrm>
          <a:custGeom>
            <a:avLst/>
            <a:gdLst/>
            <a:ahLst/>
            <a:cxnLst/>
            <a:rect r="r" b="b" t="t" l="l"/>
            <a:pathLst>
              <a:path h="779574" w="2126112">
                <a:moveTo>
                  <a:pt x="0" y="0"/>
                </a:moveTo>
                <a:lnTo>
                  <a:pt x="2126111" y="0"/>
                </a:lnTo>
                <a:lnTo>
                  <a:pt x="2126111" y="779575"/>
                </a:lnTo>
                <a:lnTo>
                  <a:pt x="0" y="779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332443" y="6435185"/>
            <a:ext cx="2263817" cy="1318758"/>
          </a:xfrm>
          <a:custGeom>
            <a:avLst/>
            <a:gdLst/>
            <a:ahLst/>
            <a:cxnLst/>
            <a:rect r="r" b="b" t="t" l="l"/>
            <a:pathLst>
              <a:path h="1318758" w="2263817">
                <a:moveTo>
                  <a:pt x="0" y="0"/>
                </a:moveTo>
                <a:lnTo>
                  <a:pt x="2263818" y="0"/>
                </a:lnTo>
                <a:lnTo>
                  <a:pt x="2263818" y="1318758"/>
                </a:lnTo>
                <a:lnTo>
                  <a:pt x="0" y="13187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4326009" y="1771646"/>
            <a:ext cx="1910112" cy="1113505"/>
          </a:xfrm>
          <a:custGeom>
            <a:avLst/>
            <a:gdLst/>
            <a:ahLst/>
            <a:cxnLst/>
            <a:rect r="r" b="b" t="t" l="l"/>
            <a:pathLst>
              <a:path h="1113505" w="1910112">
                <a:moveTo>
                  <a:pt x="0" y="0"/>
                </a:moveTo>
                <a:lnTo>
                  <a:pt x="1910112" y="0"/>
                </a:lnTo>
                <a:lnTo>
                  <a:pt x="1910112" y="1113506"/>
                </a:lnTo>
                <a:lnTo>
                  <a:pt x="0" y="11135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009635" y="6554745"/>
            <a:ext cx="2145193" cy="986358"/>
          </a:xfrm>
          <a:custGeom>
            <a:avLst/>
            <a:gdLst/>
            <a:ahLst/>
            <a:cxnLst/>
            <a:rect r="r" b="b" t="t" l="l"/>
            <a:pathLst>
              <a:path h="986358" w="2145193">
                <a:moveTo>
                  <a:pt x="0" y="0"/>
                </a:moveTo>
                <a:lnTo>
                  <a:pt x="2145193" y="0"/>
                </a:lnTo>
                <a:lnTo>
                  <a:pt x="2145193" y="986358"/>
                </a:lnTo>
                <a:lnTo>
                  <a:pt x="0" y="9863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485364" y="3267407"/>
            <a:ext cx="1323344" cy="1287578"/>
          </a:xfrm>
          <a:custGeom>
            <a:avLst/>
            <a:gdLst/>
            <a:ahLst/>
            <a:cxnLst/>
            <a:rect r="r" b="b" t="t" l="l"/>
            <a:pathLst>
              <a:path h="1287578" w="1323344">
                <a:moveTo>
                  <a:pt x="0" y="0"/>
                </a:moveTo>
                <a:lnTo>
                  <a:pt x="1323345" y="0"/>
                </a:lnTo>
                <a:lnTo>
                  <a:pt x="1323345" y="1287578"/>
                </a:lnTo>
                <a:lnTo>
                  <a:pt x="0" y="12875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377732" y="8230193"/>
            <a:ext cx="1532919" cy="1122316"/>
          </a:xfrm>
          <a:custGeom>
            <a:avLst/>
            <a:gdLst/>
            <a:ahLst/>
            <a:cxnLst/>
            <a:rect r="r" b="b" t="t" l="l"/>
            <a:pathLst>
              <a:path h="1122316" w="1532919">
                <a:moveTo>
                  <a:pt x="0" y="0"/>
                </a:moveTo>
                <a:lnTo>
                  <a:pt x="1532919" y="0"/>
                </a:lnTo>
                <a:lnTo>
                  <a:pt x="1532919" y="1122316"/>
                </a:lnTo>
                <a:lnTo>
                  <a:pt x="0" y="11223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2474237" y="1887778"/>
            <a:ext cx="1516828" cy="881242"/>
          </a:xfrm>
          <a:custGeom>
            <a:avLst/>
            <a:gdLst/>
            <a:ahLst/>
            <a:cxnLst/>
            <a:rect r="r" b="b" t="t" l="l"/>
            <a:pathLst>
              <a:path h="881242" w="1516828">
                <a:moveTo>
                  <a:pt x="0" y="0"/>
                </a:moveTo>
                <a:lnTo>
                  <a:pt x="1516828" y="0"/>
                </a:lnTo>
                <a:lnTo>
                  <a:pt x="1516828" y="881242"/>
                </a:lnTo>
                <a:lnTo>
                  <a:pt x="0" y="8812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73938" t="-243617" r="-360843" b="-894251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2286215" y="3707346"/>
            <a:ext cx="2269582" cy="668223"/>
          </a:xfrm>
          <a:custGeom>
            <a:avLst/>
            <a:gdLst/>
            <a:ahLst/>
            <a:cxnLst/>
            <a:rect r="r" b="b" t="t" l="l"/>
            <a:pathLst>
              <a:path h="668223" w="2269582">
                <a:moveTo>
                  <a:pt x="0" y="0"/>
                </a:moveTo>
                <a:lnTo>
                  <a:pt x="2269583" y="0"/>
                </a:lnTo>
                <a:lnTo>
                  <a:pt x="2269583" y="668223"/>
                </a:lnTo>
                <a:lnTo>
                  <a:pt x="0" y="6682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30364" t="-372801" r="-165266" b="-933202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2437335" y="6792081"/>
            <a:ext cx="1677170" cy="710252"/>
          </a:xfrm>
          <a:custGeom>
            <a:avLst/>
            <a:gdLst/>
            <a:ahLst/>
            <a:cxnLst/>
            <a:rect r="r" b="b" t="t" l="l"/>
            <a:pathLst>
              <a:path h="710252" w="1677170">
                <a:moveTo>
                  <a:pt x="0" y="0"/>
                </a:moveTo>
                <a:lnTo>
                  <a:pt x="1677169" y="0"/>
                </a:lnTo>
                <a:lnTo>
                  <a:pt x="1677169" y="710252"/>
                </a:lnTo>
                <a:lnTo>
                  <a:pt x="0" y="7102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95638" t="-520513" r="-271945" b="-803151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2004235" y="8351226"/>
            <a:ext cx="2501302" cy="771454"/>
          </a:xfrm>
          <a:custGeom>
            <a:avLst/>
            <a:gdLst/>
            <a:ahLst/>
            <a:cxnLst/>
            <a:rect r="r" b="b" t="t" l="l"/>
            <a:pathLst>
              <a:path h="771454" w="2501302">
                <a:moveTo>
                  <a:pt x="0" y="0"/>
                </a:moveTo>
                <a:lnTo>
                  <a:pt x="2501302" y="0"/>
                </a:lnTo>
                <a:lnTo>
                  <a:pt x="2501302" y="771454"/>
                </a:lnTo>
                <a:lnTo>
                  <a:pt x="0" y="7714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1332089" y="1846642"/>
            <a:ext cx="1616063" cy="720744"/>
          </a:xfrm>
          <a:custGeom>
            <a:avLst/>
            <a:gdLst/>
            <a:ahLst/>
            <a:cxnLst/>
            <a:rect r="r" b="b" t="t" l="l"/>
            <a:pathLst>
              <a:path h="720744" w="1616063">
                <a:moveTo>
                  <a:pt x="0" y="0"/>
                </a:moveTo>
                <a:lnTo>
                  <a:pt x="1616062" y="0"/>
                </a:lnTo>
                <a:lnTo>
                  <a:pt x="1616062" y="720745"/>
                </a:lnTo>
                <a:lnTo>
                  <a:pt x="0" y="7207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33706" t="-688713" r="-299600" b="-665518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0878044" y="3537944"/>
            <a:ext cx="2500975" cy="922200"/>
          </a:xfrm>
          <a:custGeom>
            <a:avLst/>
            <a:gdLst/>
            <a:ahLst/>
            <a:cxnLst/>
            <a:rect r="r" b="b" t="t" l="l"/>
            <a:pathLst>
              <a:path h="922200" w="2500975">
                <a:moveTo>
                  <a:pt x="0" y="0"/>
                </a:moveTo>
                <a:lnTo>
                  <a:pt x="2500974" y="0"/>
                </a:lnTo>
                <a:lnTo>
                  <a:pt x="2500974" y="922200"/>
                </a:lnTo>
                <a:lnTo>
                  <a:pt x="0" y="922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39106" t="-602513" r="-163971" b="-434039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1332089" y="6539906"/>
            <a:ext cx="1784245" cy="1016037"/>
          </a:xfrm>
          <a:custGeom>
            <a:avLst/>
            <a:gdLst/>
            <a:ahLst/>
            <a:cxnLst/>
            <a:rect r="r" b="b" t="t" l="l"/>
            <a:pathLst>
              <a:path h="1016037" w="1784245">
                <a:moveTo>
                  <a:pt x="0" y="0"/>
                </a:moveTo>
                <a:lnTo>
                  <a:pt x="1784245" y="0"/>
                </a:lnTo>
                <a:lnTo>
                  <a:pt x="1784245" y="1016036"/>
                </a:lnTo>
                <a:lnTo>
                  <a:pt x="0" y="10160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22754" t="-726933" r="-281630" b="-276714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2335635" y="1480310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1824648" y="3201909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402282" y="3195180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8" id="68"/>
          <p:cNvSpPr txBox="true"/>
          <p:nvPr/>
        </p:nvSpPr>
        <p:spPr>
          <a:xfrm rot="0">
            <a:off x="5555947" y="1503809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9" id="69"/>
          <p:cNvSpPr txBox="true"/>
          <p:nvPr/>
        </p:nvSpPr>
        <p:spPr>
          <a:xfrm rot="0">
            <a:off x="2474237" y="6167348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0" id="70"/>
          <p:cNvSpPr txBox="true"/>
          <p:nvPr/>
        </p:nvSpPr>
        <p:spPr>
          <a:xfrm rot="0">
            <a:off x="5555947" y="6157823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1" id="71"/>
          <p:cNvSpPr txBox="true"/>
          <p:nvPr/>
        </p:nvSpPr>
        <p:spPr>
          <a:xfrm rot="0">
            <a:off x="5402282" y="7849193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1852166" y="7862652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11136391" y="1503809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4" id="74"/>
          <p:cNvSpPr txBox="true"/>
          <p:nvPr/>
        </p:nvSpPr>
        <p:spPr>
          <a:xfrm rot="0">
            <a:off x="14326009" y="1503809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5" id="75"/>
          <p:cNvSpPr txBox="true"/>
          <p:nvPr/>
        </p:nvSpPr>
        <p:spPr>
          <a:xfrm rot="0">
            <a:off x="10576685" y="3049371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76" id="76"/>
          <p:cNvSpPr txBox="true"/>
          <p:nvPr/>
        </p:nvSpPr>
        <p:spPr>
          <a:xfrm rot="0">
            <a:off x="14172344" y="3040370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7" id="77"/>
          <p:cNvSpPr txBox="true"/>
          <p:nvPr/>
        </p:nvSpPr>
        <p:spPr>
          <a:xfrm rot="0">
            <a:off x="11136391" y="6148298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8" id="78"/>
          <p:cNvSpPr txBox="true"/>
          <p:nvPr/>
        </p:nvSpPr>
        <p:spPr>
          <a:xfrm rot="0">
            <a:off x="10576685" y="7887293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79" id="79"/>
          <p:cNvSpPr txBox="true"/>
          <p:nvPr/>
        </p:nvSpPr>
        <p:spPr>
          <a:xfrm rot="0">
            <a:off x="14172344" y="6167348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80" id="80"/>
          <p:cNvSpPr txBox="true"/>
          <p:nvPr/>
        </p:nvSpPr>
        <p:spPr>
          <a:xfrm rot="0">
            <a:off x="14172344" y="7853652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Freeform 81" id="81"/>
          <p:cNvSpPr/>
          <p:nvPr/>
        </p:nvSpPr>
        <p:spPr>
          <a:xfrm flipH="false" flipV="false" rot="0">
            <a:off x="10626365" y="8376391"/>
            <a:ext cx="2913591" cy="841863"/>
          </a:xfrm>
          <a:custGeom>
            <a:avLst/>
            <a:gdLst/>
            <a:ahLst/>
            <a:cxnLst/>
            <a:rect r="r" b="b" t="t" l="l"/>
            <a:pathLst>
              <a:path h="841863" w="2913591">
                <a:moveTo>
                  <a:pt x="0" y="0"/>
                </a:moveTo>
                <a:lnTo>
                  <a:pt x="2913591" y="0"/>
                </a:lnTo>
                <a:lnTo>
                  <a:pt x="2913591" y="841864"/>
                </a:lnTo>
                <a:lnTo>
                  <a:pt x="0" y="8418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40124" t="-1084771" r="-173856" b="-291864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2205239" y="875213"/>
            <a:ext cx="4959770" cy="66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01- PROPANE</a:t>
            </a: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577311" y="1161680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64041" y="4814719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796054" y="5510176"/>
            <a:ext cx="5778142" cy="1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02- Ethanol</a:t>
            </a:r>
          </a:p>
          <a:p>
            <a:pPr algn="ctr">
              <a:lnSpc>
                <a:spcPts val="2627"/>
              </a:lnSpc>
            </a:pP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577006" y="5788316"/>
            <a:ext cx="2020937" cy="25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36523" y="9517916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991354" y="9602472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023471" y="4818230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943903" y="5485484"/>
            <a:ext cx="4959770" cy="1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04- Acetic acid</a:t>
            </a:r>
          </a:p>
          <a:p>
            <a:pPr algn="ctr">
              <a:lnSpc>
                <a:spcPts val="2627"/>
              </a:lnSpc>
            </a:pP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305681" y="5783554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943903" y="875213"/>
            <a:ext cx="4959770" cy="1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03- Acetone</a:t>
            </a:r>
          </a:p>
          <a:p>
            <a:pPr algn="ctr">
              <a:lnSpc>
                <a:spcPts val="2627"/>
              </a:lnSpc>
            </a:pP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305681" y="1161680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Freeform 94" id="94"/>
          <p:cNvSpPr/>
          <p:nvPr/>
        </p:nvSpPr>
        <p:spPr>
          <a:xfrm flipH="false" flipV="false" rot="0">
            <a:off x="5555947" y="1190255"/>
            <a:ext cx="523218" cy="206973"/>
          </a:xfrm>
          <a:custGeom>
            <a:avLst/>
            <a:gdLst/>
            <a:ahLst/>
            <a:cxnLst/>
            <a:rect r="r" b="b" t="t" l="l"/>
            <a:pathLst>
              <a:path h="206973" w="523218">
                <a:moveTo>
                  <a:pt x="0" y="0"/>
                </a:moveTo>
                <a:lnTo>
                  <a:pt x="523218" y="0"/>
                </a:lnTo>
                <a:lnTo>
                  <a:pt x="523218" y="206972"/>
                </a:lnTo>
                <a:lnTo>
                  <a:pt x="0" y="2069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573938" t="-371331" r="-360843" b="-1346705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5576566" y="5835951"/>
            <a:ext cx="462245" cy="195753"/>
          </a:xfrm>
          <a:custGeom>
            <a:avLst/>
            <a:gdLst/>
            <a:ahLst/>
            <a:cxnLst/>
            <a:rect r="r" b="b" t="t" l="l"/>
            <a:pathLst>
              <a:path h="195753" w="462245">
                <a:moveTo>
                  <a:pt x="0" y="0"/>
                </a:moveTo>
                <a:lnTo>
                  <a:pt x="462245" y="0"/>
                </a:lnTo>
                <a:lnTo>
                  <a:pt x="462245" y="195752"/>
                </a:lnTo>
                <a:lnTo>
                  <a:pt x="0" y="1957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495638" t="-520513" r="-271945" b="-803151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4326009" y="1176146"/>
            <a:ext cx="547882" cy="241938"/>
          </a:xfrm>
          <a:custGeom>
            <a:avLst/>
            <a:gdLst/>
            <a:ahLst/>
            <a:cxnLst/>
            <a:rect r="r" b="b" t="t" l="l"/>
            <a:pathLst>
              <a:path h="241938" w="547882">
                <a:moveTo>
                  <a:pt x="0" y="0"/>
                </a:moveTo>
                <a:lnTo>
                  <a:pt x="547881" y="0"/>
                </a:lnTo>
                <a:lnTo>
                  <a:pt x="547881" y="241938"/>
                </a:lnTo>
                <a:lnTo>
                  <a:pt x="0" y="24193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533706" t="-686461" r="-299600" b="-682258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14304821" y="5809733"/>
            <a:ext cx="352337" cy="200638"/>
          </a:xfrm>
          <a:custGeom>
            <a:avLst/>
            <a:gdLst/>
            <a:ahLst/>
            <a:cxnLst/>
            <a:rect r="r" b="b" t="t" l="l"/>
            <a:pathLst>
              <a:path h="200638" w="352337">
                <a:moveTo>
                  <a:pt x="0" y="0"/>
                </a:moveTo>
                <a:lnTo>
                  <a:pt x="352337" y="0"/>
                </a:lnTo>
                <a:lnTo>
                  <a:pt x="352337" y="200638"/>
                </a:lnTo>
                <a:lnTo>
                  <a:pt x="0" y="2006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522754" t="-726933" r="-281630" b="-276714"/>
            </a:stretch>
          </a:blipFill>
        </p:spPr>
      </p:sp>
      <p:sp>
        <p:nvSpPr>
          <p:cNvPr name="TextBox 98" id="98"/>
          <p:cNvSpPr txBox="true"/>
          <p:nvPr/>
        </p:nvSpPr>
        <p:spPr>
          <a:xfrm rot="0">
            <a:off x="2898092" y="96248"/>
            <a:ext cx="12880710" cy="58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4"/>
              </a:lnSpc>
            </a:pPr>
            <a:r>
              <a:rPr lang="en-US" sz="3360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One Molecule, Four Representations: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6079165" y="1840188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4E8FB1"/>
                </a:solidFill>
                <a:latin typeface="Yeseva One"/>
                <a:ea typeface="Yeseva One"/>
                <a:cs typeface="Yeseva One"/>
                <a:sym typeface="Yeseva One"/>
              </a:rPr>
              <a:t>From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6020095" y="2500712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Molecular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079165" y="3230509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4E8FB1"/>
                </a:solidFill>
                <a:latin typeface="Yeseva One"/>
                <a:ea typeface="Yeseva One"/>
                <a:cs typeface="Yeseva One"/>
                <a:sym typeface="Yeseva One"/>
              </a:rPr>
              <a:t>Formula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6038811" y="4016604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To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6079165" y="4748834"/>
            <a:ext cx="6285587" cy="5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2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Bond-Line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038811" y="5512698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4E8FB1"/>
                </a:solidFill>
                <a:latin typeface="Yeseva One"/>
                <a:ea typeface="Yeseva One"/>
                <a:cs typeface="Yeseva One"/>
                <a:sym typeface="Yeseva One"/>
              </a:rPr>
              <a:t>Structure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8601" y="1028700"/>
            <a:ext cx="6242664" cy="4218659"/>
            <a:chOff x="0" y="0"/>
            <a:chExt cx="1644158" cy="11110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4158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4158">
                  <a:moveTo>
                    <a:pt x="63248" y="0"/>
                  </a:moveTo>
                  <a:lnTo>
                    <a:pt x="1580910" y="0"/>
                  </a:lnTo>
                  <a:cubicBezTo>
                    <a:pt x="1615841" y="0"/>
                    <a:pt x="1644158" y="28317"/>
                    <a:pt x="1644158" y="63248"/>
                  </a:cubicBezTo>
                  <a:lnTo>
                    <a:pt x="1644158" y="1047839"/>
                  </a:lnTo>
                  <a:cubicBezTo>
                    <a:pt x="1644158" y="1082770"/>
                    <a:pt x="1615841" y="1111087"/>
                    <a:pt x="1580910" y="1111087"/>
                  </a:cubicBezTo>
                  <a:lnTo>
                    <a:pt x="63248" y="1111087"/>
                  </a:lnTo>
                  <a:cubicBezTo>
                    <a:pt x="28317" y="1111087"/>
                    <a:pt x="0" y="1082770"/>
                    <a:pt x="0" y="1047839"/>
                  </a:cubicBezTo>
                  <a:lnTo>
                    <a:pt x="0" y="63248"/>
                  </a:lnTo>
                  <a:cubicBezTo>
                    <a:pt x="0" y="28317"/>
                    <a:pt x="28317" y="0"/>
                    <a:pt x="632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44158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8601" y="5701763"/>
            <a:ext cx="6250727" cy="4218659"/>
            <a:chOff x="0" y="0"/>
            <a:chExt cx="1646282" cy="1111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6282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6282">
                  <a:moveTo>
                    <a:pt x="63167" y="0"/>
                  </a:moveTo>
                  <a:lnTo>
                    <a:pt x="1583115" y="0"/>
                  </a:lnTo>
                  <a:cubicBezTo>
                    <a:pt x="1618001" y="0"/>
                    <a:pt x="1646282" y="28281"/>
                    <a:pt x="1646282" y="63167"/>
                  </a:cubicBezTo>
                  <a:lnTo>
                    <a:pt x="1646282" y="1047921"/>
                  </a:lnTo>
                  <a:cubicBezTo>
                    <a:pt x="1646282" y="1082807"/>
                    <a:pt x="1618001" y="1111087"/>
                    <a:pt x="1583115" y="1111087"/>
                  </a:cubicBezTo>
                  <a:lnTo>
                    <a:pt x="63167" y="1111087"/>
                  </a:lnTo>
                  <a:cubicBezTo>
                    <a:pt x="28281" y="1111087"/>
                    <a:pt x="0" y="1082807"/>
                    <a:pt x="0" y="1047921"/>
                  </a:cubicBezTo>
                  <a:lnTo>
                    <a:pt x="0" y="63167"/>
                  </a:lnTo>
                  <a:cubicBezTo>
                    <a:pt x="0" y="28281"/>
                    <a:pt x="28281" y="0"/>
                    <a:pt x="631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46282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38448" y="1028700"/>
            <a:ext cx="6250925" cy="4218659"/>
            <a:chOff x="0" y="0"/>
            <a:chExt cx="1646334" cy="11110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6334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6334">
                  <a:moveTo>
                    <a:pt x="63165" y="0"/>
                  </a:moveTo>
                  <a:lnTo>
                    <a:pt x="1583169" y="0"/>
                  </a:lnTo>
                  <a:cubicBezTo>
                    <a:pt x="1599922" y="0"/>
                    <a:pt x="1615988" y="6655"/>
                    <a:pt x="1627834" y="18501"/>
                  </a:cubicBezTo>
                  <a:cubicBezTo>
                    <a:pt x="1639679" y="30346"/>
                    <a:pt x="1646334" y="46412"/>
                    <a:pt x="1646334" y="63165"/>
                  </a:cubicBezTo>
                  <a:lnTo>
                    <a:pt x="1646334" y="1047923"/>
                  </a:lnTo>
                  <a:cubicBezTo>
                    <a:pt x="1646334" y="1064675"/>
                    <a:pt x="1639679" y="1080741"/>
                    <a:pt x="1627834" y="1092587"/>
                  </a:cubicBezTo>
                  <a:cubicBezTo>
                    <a:pt x="1615988" y="1104432"/>
                    <a:pt x="1599922" y="1111087"/>
                    <a:pt x="1583169" y="1111087"/>
                  </a:cubicBezTo>
                  <a:lnTo>
                    <a:pt x="63165" y="1111087"/>
                  </a:lnTo>
                  <a:cubicBezTo>
                    <a:pt x="46412" y="1111087"/>
                    <a:pt x="30346" y="1104432"/>
                    <a:pt x="18501" y="1092587"/>
                  </a:cubicBezTo>
                  <a:cubicBezTo>
                    <a:pt x="6655" y="1080741"/>
                    <a:pt x="0" y="1064675"/>
                    <a:pt x="0" y="1047923"/>
                  </a:cubicBezTo>
                  <a:lnTo>
                    <a:pt x="0" y="63165"/>
                  </a:lnTo>
                  <a:cubicBezTo>
                    <a:pt x="0" y="46412"/>
                    <a:pt x="6655" y="30346"/>
                    <a:pt x="18501" y="18501"/>
                  </a:cubicBezTo>
                  <a:cubicBezTo>
                    <a:pt x="30346" y="6655"/>
                    <a:pt x="46412" y="0"/>
                    <a:pt x="631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46334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46709" y="5701763"/>
            <a:ext cx="6242664" cy="4218659"/>
            <a:chOff x="0" y="0"/>
            <a:chExt cx="1644158" cy="11110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4158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44158">
                  <a:moveTo>
                    <a:pt x="63248" y="0"/>
                  </a:moveTo>
                  <a:lnTo>
                    <a:pt x="1580910" y="0"/>
                  </a:lnTo>
                  <a:cubicBezTo>
                    <a:pt x="1615841" y="0"/>
                    <a:pt x="1644158" y="28317"/>
                    <a:pt x="1644158" y="63248"/>
                  </a:cubicBezTo>
                  <a:lnTo>
                    <a:pt x="1644158" y="1047839"/>
                  </a:lnTo>
                  <a:cubicBezTo>
                    <a:pt x="1644158" y="1082770"/>
                    <a:pt x="1615841" y="1111087"/>
                    <a:pt x="1580910" y="1111087"/>
                  </a:cubicBezTo>
                  <a:lnTo>
                    <a:pt x="63248" y="1111087"/>
                  </a:lnTo>
                  <a:cubicBezTo>
                    <a:pt x="28317" y="1111087"/>
                    <a:pt x="0" y="1082770"/>
                    <a:pt x="0" y="1047839"/>
                  </a:cubicBezTo>
                  <a:lnTo>
                    <a:pt x="0" y="63248"/>
                  </a:lnTo>
                  <a:cubicBezTo>
                    <a:pt x="0" y="28317"/>
                    <a:pt x="28317" y="0"/>
                    <a:pt x="632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44158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668601" y="3138030"/>
            <a:ext cx="6242664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4797997" y="1446659"/>
            <a:ext cx="0" cy="3382741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4789933" y="6119723"/>
            <a:ext cx="0" cy="3440124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668601" y="9501098"/>
            <a:ext cx="6242664" cy="417959"/>
            <a:chOff x="0" y="0"/>
            <a:chExt cx="1644158" cy="11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4158" cy="110080"/>
            </a:xfrm>
            <a:custGeom>
              <a:avLst/>
              <a:gdLst/>
              <a:ahLst/>
              <a:cxnLst/>
              <a:rect r="r" b="b" t="t" l="l"/>
              <a:pathLst>
                <a:path h="110080" w="1644158">
                  <a:moveTo>
                    <a:pt x="55040" y="0"/>
                  </a:moveTo>
                  <a:lnTo>
                    <a:pt x="1589118" y="0"/>
                  </a:lnTo>
                  <a:cubicBezTo>
                    <a:pt x="1603716" y="0"/>
                    <a:pt x="1617716" y="5799"/>
                    <a:pt x="1628038" y="16121"/>
                  </a:cubicBezTo>
                  <a:cubicBezTo>
                    <a:pt x="1638359" y="26443"/>
                    <a:pt x="1644158" y="40442"/>
                    <a:pt x="1644158" y="55040"/>
                  </a:cubicBezTo>
                  <a:lnTo>
                    <a:pt x="1644158" y="55040"/>
                  </a:lnTo>
                  <a:cubicBezTo>
                    <a:pt x="1644158" y="69637"/>
                    <a:pt x="1638359" y="83637"/>
                    <a:pt x="1628038" y="93959"/>
                  </a:cubicBezTo>
                  <a:cubicBezTo>
                    <a:pt x="1617716" y="104281"/>
                    <a:pt x="1603716" y="110080"/>
                    <a:pt x="1589118" y="110080"/>
                  </a:cubicBezTo>
                  <a:lnTo>
                    <a:pt x="55040" y="110080"/>
                  </a:lnTo>
                  <a:cubicBezTo>
                    <a:pt x="40442" y="110080"/>
                    <a:pt x="26443" y="104281"/>
                    <a:pt x="16121" y="93959"/>
                  </a:cubicBezTo>
                  <a:cubicBezTo>
                    <a:pt x="5799" y="83637"/>
                    <a:pt x="0" y="69637"/>
                    <a:pt x="0" y="55040"/>
                  </a:cubicBezTo>
                  <a:lnTo>
                    <a:pt x="0" y="55040"/>
                  </a:lnTo>
                  <a:cubicBezTo>
                    <a:pt x="0" y="40442"/>
                    <a:pt x="5799" y="26443"/>
                    <a:pt x="16121" y="16121"/>
                  </a:cubicBezTo>
                  <a:cubicBezTo>
                    <a:pt x="26443" y="5799"/>
                    <a:pt x="40442" y="0"/>
                    <a:pt x="5504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644158" cy="15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714119" y="7792043"/>
            <a:ext cx="6242664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668601" y="805253"/>
            <a:ext cx="6250727" cy="670279"/>
            <a:chOff x="0" y="0"/>
            <a:chExt cx="1646282" cy="1765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6282" cy="176534"/>
            </a:xfrm>
            <a:custGeom>
              <a:avLst/>
              <a:gdLst/>
              <a:ahLst/>
              <a:cxnLst/>
              <a:rect r="r" b="b" t="t" l="l"/>
              <a:pathLst>
                <a:path h="176534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76534"/>
                  </a:lnTo>
                  <a:lnTo>
                    <a:pt x="0" y="176534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646282" cy="205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68601" y="4760969"/>
            <a:ext cx="6250727" cy="486390"/>
            <a:chOff x="0" y="0"/>
            <a:chExt cx="1646282" cy="1281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68601" y="5485484"/>
            <a:ext cx="6250727" cy="634238"/>
            <a:chOff x="0" y="0"/>
            <a:chExt cx="1646282" cy="1670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6282" cy="167042"/>
            </a:xfrm>
            <a:custGeom>
              <a:avLst/>
              <a:gdLst/>
              <a:ahLst/>
              <a:cxnLst/>
              <a:rect r="r" b="b" t="t" l="l"/>
              <a:pathLst>
                <a:path h="167042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67042"/>
                  </a:lnTo>
                  <a:lnTo>
                    <a:pt x="0" y="167042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646282" cy="19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68601" y="9461192"/>
            <a:ext cx="6250727" cy="486390"/>
            <a:chOff x="0" y="0"/>
            <a:chExt cx="1646282" cy="1281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446709" y="805253"/>
            <a:ext cx="6250727" cy="670279"/>
            <a:chOff x="0" y="0"/>
            <a:chExt cx="1646282" cy="1765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6282" cy="176534"/>
            </a:xfrm>
            <a:custGeom>
              <a:avLst/>
              <a:gdLst/>
              <a:ahLst/>
              <a:cxnLst/>
              <a:rect r="r" b="b" t="t" l="l"/>
              <a:pathLst>
                <a:path h="176534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76534"/>
                  </a:lnTo>
                  <a:lnTo>
                    <a:pt x="0" y="176534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646282" cy="205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38645" y="4760969"/>
            <a:ext cx="6250727" cy="486390"/>
            <a:chOff x="0" y="0"/>
            <a:chExt cx="1646282" cy="1281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38645" y="5485484"/>
            <a:ext cx="6250727" cy="634238"/>
            <a:chOff x="0" y="0"/>
            <a:chExt cx="1646282" cy="16704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6282" cy="167042"/>
            </a:xfrm>
            <a:custGeom>
              <a:avLst/>
              <a:gdLst/>
              <a:ahLst/>
              <a:cxnLst/>
              <a:rect r="r" b="b" t="t" l="l"/>
              <a:pathLst>
                <a:path h="167042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67042"/>
                  </a:lnTo>
                  <a:lnTo>
                    <a:pt x="0" y="167042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646282" cy="19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38645" y="9501098"/>
            <a:ext cx="6250727" cy="486390"/>
            <a:chOff x="0" y="0"/>
            <a:chExt cx="1646282" cy="1281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6282" cy="128103"/>
            </a:xfrm>
            <a:custGeom>
              <a:avLst/>
              <a:gdLst/>
              <a:ahLst/>
              <a:cxnLst/>
              <a:rect r="r" b="b" t="t" l="l"/>
              <a:pathLst>
                <a:path h="128103" w="1646282">
                  <a:moveTo>
                    <a:pt x="0" y="0"/>
                  </a:moveTo>
                  <a:lnTo>
                    <a:pt x="1646282" y="0"/>
                  </a:lnTo>
                  <a:lnTo>
                    <a:pt x="1646282" y="128103"/>
                  </a:lnTo>
                  <a:lnTo>
                    <a:pt x="0" y="128103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64628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13564009" y="6119723"/>
            <a:ext cx="0" cy="3381375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10469791" y="7811093"/>
            <a:ext cx="6219582" cy="1905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3544959" y="1475533"/>
            <a:ext cx="0" cy="3205265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V="true">
            <a:off x="10438645" y="2973696"/>
            <a:ext cx="6250727" cy="1905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5196084" y="3392191"/>
            <a:ext cx="2356092" cy="1292578"/>
          </a:xfrm>
          <a:custGeom>
            <a:avLst/>
            <a:gdLst/>
            <a:ahLst/>
            <a:cxnLst/>
            <a:rect r="r" b="b" t="t" l="l"/>
            <a:pathLst>
              <a:path h="1292578" w="2356092">
                <a:moveTo>
                  <a:pt x="0" y="0"/>
                </a:moveTo>
                <a:lnTo>
                  <a:pt x="2356092" y="0"/>
                </a:lnTo>
                <a:lnTo>
                  <a:pt x="2356092" y="1292578"/>
                </a:lnTo>
                <a:lnTo>
                  <a:pt x="0" y="1292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5765781" y="8146130"/>
            <a:ext cx="1014513" cy="1163309"/>
          </a:xfrm>
          <a:custGeom>
            <a:avLst/>
            <a:gdLst/>
            <a:ahLst/>
            <a:cxnLst/>
            <a:rect r="r" b="b" t="t" l="l"/>
            <a:pathLst>
              <a:path h="1163309" w="1014513">
                <a:moveTo>
                  <a:pt x="0" y="0"/>
                </a:moveTo>
                <a:lnTo>
                  <a:pt x="1014513" y="0"/>
                </a:lnTo>
                <a:lnTo>
                  <a:pt x="1014513" y="1163308"/>
                </a:lnTo>
                <a:lnTo>
                  <a:pt x="0" y="1163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549331" y="3392191"/>
            <a:ext cx="1566708" cy="1256068"/>
          </a:xfrm>
          <a:custGeom>
            <a:avLst/>
            <a:gdLst/>
            <a:ahLst/>
            <a:cxnLst/>
            <a:rect r="r" b="b" t="t" l="l"/>
            <a:pathLst>
              <a:path h="1256068" w="1566708">
                <a:moveTo>
                  <a:pt x="0" y="0"/>
                </a:moveTo>
                <a:lnTo>
                  <a:pt x="1566708" y="0"/>
                </a:lnTo>
                <a:lnTo>
                  <a:pt x="1566708" y="1256068"/>
                </a:lnTo>
                <a:lnTo>
                  <a:pt x="0" y="1256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3753147" y="8129722"/>
            <a:ext cx="2708877" cy="1306914"/>
          </a:xfrm>
          <a:custGeom>
            <a:avLst/>
            <a:gdLst/>
            <a:ahLst/>
            <a:cxnLst/>
            <a:rect r="r" b="b" t="t" l="l"/>
            <a:pathLst>
              <a:path h="1306914" w="2708877">
                <a:moveTo>
                  <a:pt x="0" y="0"/>
                </a:moveTo>
                <a:lnTo>
                  <a:pt x="2708877" y="0"/>
                </a:lnTo>
                <a:lnTo>
                  <a:pt x="2708877" y="1306914"/>
                </a:lnTo>
                <a:lnTo>
                  <a:pt x="0" y="130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865372" y="1983183"/>
            <a:ext cx="2954019" cy="844426"/>
          </a:xfrm>
          <a:custGeom>
            <a:avLst/>
            <a:gdLst/>
            <a:ahLst/>
            <a:cxnLst/>
            <a:rect r="r" b="b" t="t" l="l"/>
            <a:pathLst>
              <a:path h="844426" w="2954019">
                <a:moveTo>
                  <a:pt x="0" y="0"/>
                </a:moveTo>
                <a:lnTo>
                  <a:pt x="2954019" y="0"/>
                </a:lnTo>
                <a:lnTo>
                  <a:pt x="2954019" y="844425"/>
                </a:lnTo>
                <a:lnTo>
                  <a:pt x="0" y="844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886354" y="6414998"/>
            <a:ext cx="1021882" cy="1219414"/>
          </a:xfrm>
          <a:custGeom>
            <a:avLst/>
            <a:gdLst/>
            <a:ahLst/>
            <a:cxnLst/>
            <a:rect r="r" b="b" t="t" l="l"/>
            <a:pathLst>
              <a:path h="1219414" w="1021882">
                <a:moveTo>
                  <a:pt x="0" y="0"/>
                </a:moveTo>
                <a:lnTo>
                  <a:pt x="1021881" y="0"/>
                </a:lnTo>
                <a:lnTo>
                  <a:pt x="1021881" y="1219414"/>
                </a:lnTo>
                <a:lnTo>
                  <a:pt x="0" y="1219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725448" y="1673552"/>
            <a:ext cx="1262859" cy="1242994"/>
          </a:xfrm>
          <a:custGeom>
            <a:avLst/>
            <a:gdLst/>
            <a:ahLst/>
            <a:cxnLst/>
            <a:rect r="r" b="b" t="t" l="l"/>
            <a:pathLst>
              <a:path h="1242994" w="1262859">
                <a:moveTo>
                  <a:pt x="0" y="0"/>
                </a:moveTo>
                <a:lnTo>
                  <a:pt x="1262859" y="0"/>
                </a:lnTo>
                <a:lnTo>
                  <a:pt x="1262859" y="1242994"/>
                </a:lnTo>
                <a:lnTo>
                  <a:pt x="0" y="12429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017149" y="6273634"/>
            <a:ext cx="2473409" cy="1364497"/>
          </a:xfrm>
          <a:custGeom>
            <a:avLst/>
            <a:gdLst/>
            <a:ahLst/>
            <a:cxnLst/>
            <a:rect r="r" b="b" t="t" l="l"/>
            <a:pathLst>
              <a:path h="1364497" w="2473409">
                <a:moveTo>
                  <a:pt x="0" y="0"/>
                </a:moveTo>
                <a:lnTo>
                  <a:pt x="2473410" y="0"/>
                </a:lnTo>
                <a:lnTo>
                  <a:pt x="2473410" y="1364498"/>
                </a:lnTo>
                <a:lnTo>
                  <a:pt x="0" y="13644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2264460" y="1884668"/>
            <a:ext cx="2287433" cy="1148587"/>
          </a:xfrm>
          <a:custGeom>
            <a:avLst/>
            <a:gdLst/>
            <a:ahLst/>
            <a:cxnLst/>
            <a:rect r="r" b="b" t="t" l="l"/>
            <a:pathLst>
              <a:path h="1148587" w="2287433">
                <a:moveTo>
                  <a:pt x="0" y="0"/>
                </a:moveTo>
                <a:lnTo>
                  <a:pt x="2287433" y="0"/>
                </a:lnTo>
                <a:lnTo>
                  <a:pt x="2287433" y="1148587"/>
                </a:lnTo>
                <a:lnTo>
                  <a:pt x="0" y="11485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67664" t="-128170" r="-192390" b="-685414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2335635" y="1480310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1824648" y="3201909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5402282" y="3195180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5555947" y="1503809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2474237" y="6167348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5555947" y="6157823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402282" y="7849193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1852166" y="7862652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11136391" y="1503809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8" id="68"/>
          <p:cNvSpPr txBox="true"/>
          <p:nvPr/>
        </p:nvSpPr>
        <p:spPr>
          <a:xfrm rot="0">
            <a:off x="14326009" y="1503809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69" id="69"/>
          <p:cNvSpPr txBox="true"/>
          <p:nvPr/>
        </p:nvSpPr>
        <p:spPr>
          <a:xfrm rot="0">
            <a:off x="10576685" y="3049371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70" id="70"/>
          <p:cNvSpPr txBox="true"/>
          <p:nvPr/>
        </p:nvSpPr>
        <p:spPr>
          <a:xfrm rot="0">
            <a:off x="14172344" y="3040370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1" id="71"/>
          <p:cNvSpPr txBox="true"/>
          <p:nvPr/>
        </p:nvSpPr>
        <p:spPr>
          <a:xfrm rot="0">
            <a:off x="11136391" y="6148298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10576685" y="7887293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14172344" y="6167348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74" id="74"/>
          <p:cNvSpPr txBox="true"/>
          <p:nvPr/>
        </p:nvSpPr>
        <p:spPr>
          <a:xfrm rot="0">
            <a:off x="14196358" y="7957713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1727221" y="3539799"/>
            <a:ext cx="2985422" cy="960852"/>
          </a:xfrm>
          <a:custGeom>
            <a:avLst/>
            <a:gdLst/>
            <a:ahLst/>
            <a:cxnLst/>
            <a:rect r="r" b="b" t="t" l="l"/>
            <a:pathLst>
              <a:path h="960852" w="2985422">
                <a:moveTo>
                  <a:pt x="0" y="0"/>
                </a:moveTo>
                <a:lnTo>
                  <a:pt x="2985422" y="0"/>
                </a:lnTo>
                <a:lnTo>
                  <a:pt x="2985422" y="960852"/>
                </a:lnTo>
                <a:lnTo>
                  <a:pt x="0" y="9608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81704" t="-251044" r="-124029" b="-74104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2010135" y="6541113"/>
            <a:ext cx="2427759" cy="1097019"/>
          </a:xfrm>
          <a:custGeom>
            <a:avLst/>
            <a:gdLst/>
            <a:ahLst/>
            <a:cxnLst/>
            <a:rect r="r" b="b" t="t" l="l"/>
            <a:pathLst>
              <a:path h="1097019" w="2427759">
                <a:moveTo>
                  <a:pt x="0" y="0"/>
                </a:moveTo>
                <a:lnTo>
                  <a:pt x="2427758" y="0"/>
                </a:lnTo>
                <a:lnTo>
                  <a:pt x="2427758" y="1097019"/>
                </a:lnTo>
                <a:lnTo>
                  <a:pt x="0" y="10970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20243" t="-352439" r="-234204" b="-707955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727221" y="8241494"/>
            <a:ext cx="3023526" cy="870804"/>
          </a:xfrm>
          <a:custGeom>
            <a:avLst/>
            <a:gdLst/>
            <a:ahLst/>
            <a:cxnLst/>
            <a:rect r="r" b="b" t="t" l="l"/>
            <a:pathLst>
              <a:path h="870804" w="3023526">
                <a:moveTo>
                  <a:pt x="0" y="0"/>
                </a:moveTo>
                <a:lnTo>
                  <a:pt x="3023526" y="0"/>
                </a:lnTo>
                <a:lnTo>
                  <a:pt x="3023526" y="870804"/>
                </a:lnTo>
                <a:lnTo>
                  <a:pt x="0" y="8708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02175" t="-491316" r="-130918" b="-69510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0703084" y="1771646"/>
            <a:ext cx="2607678" cy="1118208"/>
          </a:xfrm>
          <a:custGeom>
            <a:avLst/>
            <a:gdLst/>
            <a:ahLst/>
            <a:cxnLst/>
            <a:rect r="r" b="b" t="t" l="l"/>
            <a:pathLst>
              <a:path h="1118208" w="2607678">
                <a:moveTo>
                  <a:pt x="0" y="0"/>
                </a:moveTo>
                <a:lnTo>
                  <a:pt x="2607678" y="0"/>
                </a:lnTo>
                <a:lnTo>
                  <a:pt x="2607678" y="1118208"/>
                </a:lnTo>
                <a:lnTo>
                  <a:pt x="0" y="11182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16793" t="-604988" r="-218507" b="-48675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0614054" y="3499179"/>
            <a:ext cx="2785737" cy="804591"/>
          </a:xfrm>
          <a:custGeom>
            <a:avLst/>
            <a:gdLst/>
            <a:ahLst/>
            <a:cxnLst/>
            <a:rect r="r" b="b" t="t" l="l"/>
            <a:pathLst>
              <a:path h="804591" w="2785737">
                <a:moveTo>
                  <a:pt x="0" y="0"/>
                </a:moveTo>
                <a:lnTo>
                  <a:pt x="2785737" y="0"/>
                </a:lnTo>
                <a:lnTo>
                  <a:pt x="2785737" y="804590"/>
                </a:lnTo>
                <a:lnTo>
                  <a:pt x="0" y="8045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68244" t="-661451" r="-98670" b="-362088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0804368" y="6605498"/>
            <a:ext cx="2302441" cy="966606"/>
          </a:xfrm>
          <a:custGeom>
            <a:avLst/>
            <a:gdLst/>
            <a:ahLst/>
            <a:cxnLst/>
            <a:rect r="r" b="b" t="t" l="l"/>
            <a:pathLst>
              <a:path h="966606" w="2302441">
                <a:moveTo>
                  <a:pt x="0" y="0"/>
                </a:moveTo>
                <a:lnTo>
                  <a:pt x="2302441" y="0"/>
                </a:lnTo>
                <a:lnTo>
                  <a:pt x="2302441" y="966606"/>
                </a:lnTo>
                <a:lnTo>
                  <a:pt x="0" y="9666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71616" t="-723561" r="-175231" b="-247282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0558321" y="8366866"/>
            <a:ext cx="2977148" cy="891434"/>
          </a:xfrm>
          <a:custGeom>
            <a:avLst/>
            <a:gdLst/>
            <a:ahLst/>
            <a:cxnLst/>
            <a:rect r="r" b="b" t="t" l="l"/>
            <a:pathLst>
              <a:path h="891434" w="2977148">
                <a:moveTo>
                  <a:pt x="0" y="0"/>
                </a:moveTo>
                <a:lnTo>
                  <a:pt x="2977148" y="0"/>
                </a:lnTo>
                <a:lnTo>
                  <a:pt x="2977148" y="891434"/>
                </a:lnTo>
                <a:lnTo>
                  <a:pt x="0" y="891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16044" t="-654838" r="-60009" b="-118023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2232758" y="808836"/>
            <a:ext cx="4959770" cy="66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05- Ethyl acetate</a:t>
            </a:r>
          </a:p>
          <a:p>
            <a:pPr algn="ctr">
              <a:lnSpc>
                <a:spcPts val="2627"/>
              </a:lnSpc>
            </a:pPr>
          </a:p>
        </p:txBody>
      </p:sp>
      <p:sp>
        <p:nvSpPr>
          <p:cNvPr name="TextBox 83" id="83"/>
          <p:cNvSpPr txBox="true"/>
          <p:nvPr/>
        </p:nvSpPr>
        <p:spPr>
          <a:xfrm rot="0">
            <a:off x="3541729" y="1114055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310048" y="5474018"/>
            <a:ext cx="4959770" cy="1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06- Cyclohexane</a:t>
            </a:r>
          </a:p>
          <a:p>
            <a:pPr algn="ctr">
              <a:lnSpc>
                <a:spcPts val="2627"/>
              </a:lnSpc>
            </a:pP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462000" y="5780759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02145" y="9528513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02145" y="4810350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023471" y="4829217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127334" y="9576432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423642" y="5513316"/>
            <a:ext cx="4959770" cy="1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08- Acetaminophen</a:t>
            </a:r>
          </a:p>
          <a:p>
            <a:pPr algn="ctr">
              <a:lnSpc>
                <a:spcPts val="2627"/>
              </a:lnSpc>
            </a:pP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389628" y="5787118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273262" y="821099"/>
            <a:ext cx="4959770" cy="1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07- Cyclohexanone</a:t>
            </a:r>
          </a:p>
          <a:p>
            <a:pPr algn="ctr">
              <a:lnSpc>
                <a:spcPts val="2627"/>
              </a:lnSpc>
            </a:pP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305681" y="1137422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Freeform 94" id="94"/>
          <p:cNvSpPr/>
          <p:nvPr/>
        </p:nvSpPr>
        <p:spPr>
          <a:xfrm flipH="false" flipV="false" rot="0">
            <a:off x="14387481" y="5802604"/>
            <a:ext cx="603045" cy="234561"/>
          </a:xfrm>
          <a:custGeom>
            <a:avLst/>
            <a:gdLst/>
            <a:ahLst/>
            <a:cxnLst/>
            <a:rect r="r" b="b" t="t" l="l"/>
            <a:pathLst>
              <a:path h="234561" w="603045">
                <a:moveTo>
                  <a:pt x="0" y="0"/>
                </a:moveTo>
                <a:lnTo>
                  <a:pt x="603045" y="0"/>
                </a:lnTo>
                <a:lnTo>
                  <a:pt x="603045" y="234560"/>
                </a:lnTo>
                <a:lnTo>
                  <a:pt x="0" y="2345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71616" t="-788897" r="-175231" b="-266899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4324108" y="1126355"/>
            <a:ext cx="623748" cy="267472"/>
          </a:xfrm>
          <a:custGeom>
            <a:avLst/>
            <a:gdLst/>
            <a:ahLst/>
            <a:cxnLst/>
            <a:rect r="r" b="b" t="t" l="l"/>
            <a:pathLst>
              <a:path h="267472" w="623748">
                <a:moveTo>
                  <a:pt x="0" y="0"/>
                </a:moveTo>
                <a:lnTo>
                  <a:pt x="623749" y="0"/>
                </a:lnTo>
                <a:lnTo>
                  <a:pt x="623749" y="267472"/>
                </a:lnTo>
                <a:lnTo>
                  <a:pt x="0" y="2674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16793" t="-604988" r="-218507" b="-48675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2162535" y="6693513"/>
            <a:ext cx="2427759" cy="1097019"/>
          </a:xfrm>
          <a:custGeom>
            <a:avLst/>
            <a:gdLst/>
            <a:ahLst/>
            <a:cxnLst/>
            <a:rect r="r" b="b" t="t" l="l"/>
            <a:pathLst>
              <a:path h="1097019" w="2427759">
                <a:moveTo>
                  <a:pt x="0" y="0"/>
                </a:moveTo>
                <a:lnTo>
                  <a:pt x="2427758" y="0"/>
                </a:lnTo>
                <a:lnTo>
                  <a:pt x="2427758" y="1097019"/>
                </a:lnTo>
                <a:lnTo>
                  <a:pt x="0" y="10970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20243" t="-352439" r="-234204" b="-707955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5431321" y="5807773"/>
            <a:ext cx="521726" cy="235750"/>
          </a:xfrm>
          <a:custGeom>
            <a:avLst/>
            <a:gdLst/>
            <a:ahLst/>
            <a:cxnLst/>
            <a:rect r="r" b="b" t="t" l="l"/>
            <a:pathLst>
              <a:path h="235750" w="521726">
                <a:moveTo>
                  <a:pt x="0" y="0"/>
                </a:moveTo>
                <a:lnTo>
                  <a:pt x="521726" y="0"/>
                </a:lnTo>
                <a:lnTo>
                  <a:pt x="521726" y="235750"/>
                </a:lnTo>
                <a:lnTo>
                  <a:pt x="0" y="235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20243" t="-352439" r="-234204" b="-707955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5555947" y="1126355"/>
            <a:ext cx="496236" cy="249175"/>
          </a:xfrm>
          <a:custGeom>
            <a:avLst/>
            <a:gdLst/>
            <a:ahLst/>
            <a:cxnLst/>
            <a:rect r="r" b="b" t="t" l="l"/>
            <a:pathLst>
              <a:path h="249175" w="496236">
                <a:moveTo>
                  <a:pt x="0" y="0"/>
                </a:moveTo>
                <a:lnTo>
                  <a:pt x="496236" y="0"/>
                </a:lnTo>
                <a:lnTo>
                  <a:pt x="496236" y="249174"/>
                </a:lnTo>
                <a:lnTo>
                  <a:pt x="0" y="249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67664" t="-128170" r="-192390" b="-685414"/>
            </a:stretch>
          </a:blipFill>
        </p:spPr>
      </p:sp>
      <p:sp>
        <p:nvSpPr>
          <p:cNvPr name="TextBox 99" id="99"/>
          <p:cNvSpPr txBox="true"/>
          <p:nvPr/>
        </p:nvSpPr>
        <p:spPr>
          <a:xfrm rot="0">
            <a:off x="3107597" y="17015"/>
            <a:ext cx="12880710" cy="58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4"/>
              </a:lnSpc>
            </a:pPr>
            <a:r>
              <a:rPr lang="en-US" sz="3360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One Molecule, Four Representations: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6097323" y="2013462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4E8FB1"/>
                </a:solidFill>
                <a:latin typeface="Yeseva One"/>
                <a:ea typeface="Yeseva One"/>
                <a:cs typeface="Yeseva One"/>
                <a:sym typeface="Yeseva One"/>
              </a:rPr>
              <a:t>From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104041" y="2669493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Molecular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6001207" y="3344809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4E8FB1"/>
                </a:solidFill>
                <a:latin typeface="Yeseva One"/>
                <a:ea typeface="Yeseva One"/>
                <a:cs typeface="Yeseva One"/>
                <a:sym typeface="Yeseva One"/>
              </a:rPr>
              <a:t>Formula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6104041" y="4019890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To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104041" y="4675244"/>
            <a:ext cx="6285587" cy="5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2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Bond-Line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104041" y="5486082"/>
            <a:ext cx="6285587" cy="57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2">
                <a:solidFill>
                  <a:srgbClr val="4E8FB1"/>
                </a:solidFill>
                <a:latin typeface="Yeseva One"/>
                <a:ea typeface="Yeseva One"/>
                <a:cs typeface="Yeseva One"/>
                <a:sym typeface="Yeseva One"/>
              </a:rPr>
              <a:t>Structure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80885" y="941808"/>
            <a:ext cx="6437025" cy="4218659"/>
            <a:chOff x="0" y="0"/>
            <a:chExt cx="1695348" cy="11110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5348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95348">
                  <a:moveTo>
                    <a:pt x="61339" y="0"/>
                  </a:moveTo>
                  <a:lnTo>
                    <a:pt x="1634010" y="0"/>
                  </a:lnTo>
                  <a:cubicBezTo>
                    <a:pt x="1667886" y="0"/>
                    <a:pt x="1695348" y="27462"/>
                    <a:pt x="1695348" y="61339"/>
                  </a:cubicBezTo>
                  <a:lnTo>
                    <a:pt x="1695348" y="1049749"/>
                  </a:lnTo>
                  <a:cubicBezTo>
                    <a:pt x="1695348" y="1083625"/>
                    <a:pt x="1667886" y="1111087"/>
                    <a:pt x="1634010" y="1111087"/>
                  </a:cubicBezTo>
                  <a:lnTo>
                    <a:pt x="61339" y="1111087"/>
                  </a:lnTo>
                  <a:cubicBezTo>
                    <a:pt x="27462" y="1111087"/>
                    <a:pt x="0" y="1083625"/>
                    <a:pt x="0" y="1049749"/>
                  </a:cubicBezTo>
                  <a:lnTo>
                    <a:pt x="0" y="61339"/>
                  </a:lnTo>
                  <a:cubicBezTo>
                    <a:pt x="0" y="27462"/>
                    <a:pt x="27462" y="0"/>
                    <a:pt x="61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95348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73075" y="5599784"/>
            <a:ext cx="6396289" cy="4218659"/>
            <a:chOff x="0" y="0"/>
            <a:chExt cx="1684619" cy="1111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4619" cy="1111087"/>
            </a:xfrm>
            <a:custGeom>
              <a:avLst/>
              <a:gdLst/>
              <a:ahLst/>
              <a:cxnLst/>
              <a:rect r="r" b="b" t="t" l="l"/>
              <a:pathLst>
                <a:path h="1111087" w="1684619">
                  <a:moveTo>
                    <a:pt x="61729" y="0"/>
                  </a:moveTo>
                  <a:lnTo>
                    <a:pt x="1622890" y="0"/>
                  </a:lnTo>
                  <a:cubicBezTo>
                    <a:pt x="1639262" y="0"/>
                    <a:pt x="1654963" y="6504"/>
                    <a:pt x="1666539" y="18080"/>
                  </a:cubicBezTo>
                  <a:cubicBezTo>
                    <a:pt x="1678116" y="29657"/>
                    <a:pt x="1684619" y="45358"/>
                    <a:pt x="1684619" y="61729"/>
                  </a:cubicBezTo>
                  <a:lnTo>
                    <a:pt x="1684619" y="1049358"/>
                  </a:lnTo>
                  <a:cubicBezTo>
                    <a:pt x="1684619" y="1065730"/>
                    <a:pt x="1678116" y="1081431"/>
                    <a:pt x="1666539" y="1093007"/>
                  </a:cubicBezTo>
                  <a:cubicBezTo>
                    <a:pt x="1654963" y="1104584"/>
                    <a:pt x="1639262" y="1111087"/>
                    <a:pt x="1622890" y="1111087"/>
                  </a:cubicBezTo>
                  <a:lnTo>
                    <a:pt x="61729" y="1111087"/>
                  </a:lnTo>
                  <a:cubicBezTo>
                    <a:pt x="45358" y="1111087"/>
                    <a:pt x="29657" y="1104584"/>
                    <a:pt x="18080" y="1093007"/>
                  </a:cubicBezTo>
                  <a:cubicBezTo>
                    <a:pt x="6504" y="1081431"/>
                    <a:pt x="0" y="1065730"/>
                    <a:pt x="0" y="1049358"/>
                  </a:cubicBezTo>
                  <a:lnTo>
                    <a:pt x="0" y="61729"/>
                  </a:lnTo>
                  <a:cubicBezTo>
                    <a:pt x="0" y="45358"/>
                    <a:pt x="6504" y="29657"/>
                    <a:pt x="18080" y="18080"/>
                  </a:cubicBezTo>
                  <a:cubicBezTo>
                    <a:pt x="29657" y="6504"/>
                    <a:pt x="45358" y="0"/>
                    <a:pt x="617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84619" cy="1158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5880885" y="3034170"/>
            <a:ext cx="6429215" cy="16968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9124950" y="1342800"/>
            <a:ext cx="0" cy="3382741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9014058" y="5989052"/>
            <a:ext cx="0" cy="3440124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018636" y="7626947"/>
            <a:ext cx="6242664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888694" y="675896"/>
            <a:ext cx="6421406" cy="670297"/>
            <a:chOff x="0" y="0"/>
            <a:chExt cx="1691234" cy="1765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91235" cy="176539"/>
            </a:xfrm>
            <a:custGeom>
              <a:avLst/>
              <a:gdLst/>
              <a:ahLst/>
              <a:cxnLst/>
              <a:rect r="r" b="b" t="t" l="l"/>
              <a:pathLst>
                <a:path h="176539" w="1691235">
                  <a:moveTo>
                    <a:pt x="0" y="0"/>
                  </a:moveTo>
                  <a:lnTo>
                    <a:pt x="1691235" y="0"/>
                  </a:lnTo>
                  <a:lnTo>
                    <a:pt x="1691235" y="176539"/>
                  </a:lnTo>
                  <a:lnTo>
                    <a:pt x="0" y="176539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691234" cy="20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50691" y="4725541"/>
            <a:ext cx="6441057" cy="453977"/>
            <a:chOff x="0" y="0"/>
            <a:chExt cx="1696410" cy="1195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6410" cy="119566"/>
            </a:xfrm>
            <a:custGeom>
              <a:avLst/>
              <a:gdLst/>
              <a:ahLst/>
              <a:cxnLst/>
              <a:rect r="r" b="b" t="t" l="l"/>
              <a:pathLst>
                <a:path h="119566" w="1696410">
                  <a:moveTo>
                    <a:pt x="0" y="0"/>
                  </a:moveTo>
                  <a:lnTo>
                    <a:pt x="1696410" y="0"/>
                  </a:lnTo>
                  <a:lnTo>
                    <a:pt x="1696410" y="119566"/>
                  </a:lnTo>
                  <a:lnTo>
                    <a:pt x="0" y="119566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696410" cy="148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73075" y="5350968"/>
            <a:ext cx="6396289" cy="639957"/>
            <a:chOff x="0" y="0"/>
            <a:chExt cx="1684619" cy="1685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84619" cy="168548"/>
            </a:xfrm>
            <a:custGeom>
              <a:avLst/>
              <a:gdLst/>
              <a:ahLst/>
              <a:cxnLst/>
              <a:rect r="r" b="b" t="t" l="l"/>
              <a:pathLst>
                <a:path h="168548" w="1684619">
                  <a:moveTo>
                    <a:pt x="0" y="0"/>
                  </a:moveTo>
                  <a:lnTo>
                    <a:pt x="1684619" y="0"/>
                  </a:lnTo>
                  <a:lnTo>
                    <a:pt x="1684619" y="168548"/>
                  </a:lnTo>
                  <a:lnTo>
                    <a:pt x="0" y="168548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684619" cy="197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73075" y="9414213"/>
            <a:ext cx="6396289" cy="553429"/>
            <a:chOff x="0" y="0"/>
            <a:chExt cx="1684619" cy="1457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4619" cy="145759"/>
            </a:xfrm>
            <a:custGeom>
              <a:avLst/>
              <a:gdLst/>
              <a:ahLst/>
              <a:cxnLst/>
              <a:rect r="r" b="b" t="t" l="l"/>
              <a:pathLst>
                <a:path h="145759" w="1684619">
                  <a:moveTo>
                    <a:pt x="0" y="0"/>
                  </a:moveTo>
                  <a:lnTo>
                    <a:pt x="1684619" y="0"/>
                  </a:lnTo>
                  <a:lnTo>
                    <a:pt x="1684619" y="145759"/>
                  </a:lnTo>
                  <a:lnTo>
                    <a:pt x="0" y="145759"/>
                  </a:lnTo>
                  <a:close/>
                </a:path>
              </a:pathLst>
            </a:custGeom>
            <a:solidFill>
              <a:srgbClr val="2C6B8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684619" cy="174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4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011914" y="3439837"/>
            <a:ext cx="1351820" cy="1116721"/>
          </a:xfrm>
          <a:custGeom>
            <a:avLst/>
            <a:gdLst/>
            <a:ahLst/>
            <a:cxnLst/>
            <a:rect r="r" b="b" t="t" l="l"/>
            <a:pathLst>
              <a:path h="1116721" w="1351820">
                <a:moveTo>
                  <a:pt x="0" y="0"/>
                </a:moveTo>
                <a:lnTo>
                  <a:pt x="1351820" y="0"/>
                </a:lnTo>
                <a:lnTo>
                  <a:pt x="1351820" y="1116721"/>
                </a:lnTo>
                <a:lnTo>
                  <a:pt x="0" y="1116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825747" y="7926930"/>
            <a:ext cx="1549254" cy="1487283"/>
          </a:xfrm>
          <a:custGeom>
            <a:avLst/>
            <a:gdLst/>
            <a:ahLst/>
            <a:cxnLst/>
            <a:rect r="r" b="b" t="t" l="l"/>
            <a:pathLst>
              <a:path h="1487283" w="1549254">
                <a:moveTo>
                  <a:pt x="0" y="0"/>
                </a:moveTo>
                <a:lnTo>
                  <a:pt x="1549254" y="0"/>
                </a:lnTo>
                <a:lnTo>
                  <a:pt x="1549254" y="1487283"/>
                </a:lnTo>
                <a:lnTo>
                  <a:pt x="0" y="148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74407" y="1728991"/>
            <a:ext cx="1444149" cy="1208168"/>
          </a:xfrm>
          <a:custGeom>
            <a:avLst/>
            <a:gdLst/>
            <a:ahLst/>
            <a:cxnLst/>
            <a:rect r="r" b="b" t="t" l="l"/>
            <a:pathLst>
              <a:path h="1208168" w="1444149">
                <a:moveTo>
                  <a:pt x="0" y="0"/>
                </a:moveTo>
                <a:lnTo>
                  <a:pt x="1444149" y="0"/>
                </a:lnTo>
                <a:lnTo>
                  <a:pt x="1444149" y="1208168"/>
                </a:lnTo>
                <a:lnTo>
                  <a:pt x="0" y="1208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943154" y="6210956"/>
            <a:ext cx="1506655" cy="1320740"/>
          </a:xfrm>
          <a:custGeom>
            <a:avLst/>
            <a:gdLst/>
            <a:ahLst/>
            <a:cxnLst/>
            <a:rect r="r" b="b" t="t" l="l"/>
            <a:pathLst>
              <a:path h="1320740" w="1506655">
                <a:moveTo>
                  <a:pt x="0" y="0"/>
                </a:moveTo>
                <a:lnTo>
                  <a:pt x="1506655" y="0"/>
                </a:lnTo>
                <a:lnTo>
                  <a:pt x="1506655" y="1320741"/>
                </a:lnTo>
                <a:lnTo>
                  <a:pt x="0" y="1320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987989" y="1048295"/>
            <a:ext cx="612385" cy="237200"/>
          </a:xfrm>
          <a:custGeom>
            <a:avLst/>
            <a:gdLst/>
            <a:ahLst/>
            <a:cxnLst/>
            <a:rect r="r" b="b" t="t" l="l"/>
            <a:pathLst>
              <a:path h="237200" w="612385">
                <a:moveTo>
                  <a:pt x="0" y="0"/>
                </a:moveTo>
                <a:lnTo>
                  <a:pt x="612385" y="0"/>
                </a:lnTo>
                <a:lnTo>
                  <a:pt x="612385" y="237200"/>
                </a:lnTo>
                <a:lnTo>
                  <a:pt x="0" y="237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0067" t="-758607" r="-269342" b="-844916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488460" y="1422171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399208" y="6019500"/>
            <a:ext cx="1893540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1. Molecular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178578" y="3666540"/>
            <a:ext cx="2671562" cy="599119"/>
          </a:xfrm>
          <a:custGeom>
            <a:avLst/>
            <a:gdLst/>
            <a:ahLst/>
            <a:cxnLst/>
            <a:rect r="r" b="b" t="t" l="l"/>
            <a:pathLst>
              <a:path h="599119" w="2671562">
                <a:moveTo>
                  <a:pt x="0" y="0"/>
                </a:moveTo>
                <a:lnTo>
                  <a:pt x="2671562" y="0"/>
                </a:lnTo>
                <a:lnTo>
                  <a:pt x="2671562" y="599119"/>
                </a:lnTo>
                <a:lnTo>
                  <a:pt x="0" y="5991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2218" t="-532073" r="-38675" b="-424394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825747" y="5712379"/>
            <a:ext cx="666015" cy="192167"/>
          </a:xfrm>
          <a:custGeom>
            <a:avLst/>
            <a:gdLst/>
            <a:ahLst/>
            <a:cxnLst/>
            <a:rect r="r" b="b" t="t" l="l"/>
            <a:pathLst>
              <a:path h="192167" w="666015">
                <a:moveTo>
                  <a:pt x="0" y="0"/>
                </a:moveTo>
                <a:lnTo>
                  <a:pt x="666015" y="0"/>
                </a:lnTo>
                <a:lnTo>
                  <a:pt x="666015" y="192167"/>
                </a:lnTo>
                <a:lnTo>
                  <a:pt x="0" y="192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5499" t="-926948" r="-136264" b="-494808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573362" y="1772364"/>
            <a:ext cx="1880543" cy="728406"/>
          </a:xfrm>
          <a:custGeom>
            <a:avLst/>
            <a:gdLst/>
            <a:ahLst/>
            <a:cxnLst/>
            <a:rect r="r" b="b" t="t" l="l"/>
            <a:pathLst>
              <a:path h="728406" w="1880543">
                <a:moveTo>
                  <a:pt x="0" y="0"/>
                </a:moveTo>
                <a:lnTo>
                  <a:pt x="1880542" y="0"/>
                </a:lnTo>
                <a:lnTo>
                  <a:pt x="1880542" y="728406"/>
                </a:lnTo>
                <a:lnTo>
                  <a:pt x="0" y="7284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0067" t="-758607" r="-269342" b="-844916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350400" y="6505275"/>
            <a:ext cx="2169660" cy="667904"/>
          </a:xfrm>
          <a:custGeom>
            <a:avLst/>
            <a:gdLst/>
            <a:ahLst/>
            <a:cxnLst/>
            <a:rect r="r" b="b" t="t" l="l"/>
            <a:pathLst>
              <a:path h="667904" w="2169660">
                <a:moveTo>
                  <a:pt x="0" y="0"/>
                </a:moveTo>
                <a:lnTo>
                  <a:pt x="2169660" y="0"/>
                </a:lnTo>
                <a:lnTo>
                  <a:pt x="2169660" y="667904"/>
                </a:lnTo>
                <a:lnTo>
                  <a:pt x="0" y="6679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5499" t="-862544" r="-136264" b="-463776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79435" y="8362378"/>
            <a:ext cx="2954637" cy="612370"/>
          </a:xfrm>
          <a:custGeom>
            <a:avLst/>
            <a:gdLst/>
            <a:ahLst/>
            <a:cxnLst/>
            <a:rect r="r" b="b" t="t" l="l"/>
            <a:pathLst>
              <a:path h="612370" w="2954637">
                <a:moveTo>
                  <a:pt x="0" y="0"/>
                </a:moveTo>
                <a:lnTo>
                  <a:pt x="2954637" y="0"/>
                </a:lnTo>
                <a:lnTo>
                  <a:pt x="2954637" y="612370"/>
                </a:lnTo>
                <a:lnTo>
                  <a:pt x="0" y="6123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5975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073596" y="3160117"/>
            <a:ext cx="2860477" cy="47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9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16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782191" y="3142117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9869641" y="1431696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9782191" y="6029025"/>
            <a:ext cx="163636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2. Lewis Structure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9715976" y="7684097"/>
            <a:ext cx="1943695" cy="49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410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4. Bond-Line Formula</a:t>
            </a:r>
          </a:p>
          <a:p>
            <a:pPr algn="ctr">
              <a:lnSpc>
                <a:spcPts val="1974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6073596" y="7755955"/>
            <a:ext cx="2880075" cy="48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378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3. Condensed Structural formula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5595398" y="9476801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95398" y="4763641"/>
            <a:ext cx="7097203" cy="3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Atom acount verified, valance checked, bond order check, same connectivity</a:t>
            </a:r>
          </a:p>
          <a:p>
            <a:pPr algn="ctr">
              <a:lnSpc>
                <a:spcPts val="1586"/>
              </a:lnSpc>
            </a:pPr>
            <a:r>
              <a:rPr lang="en-US" sz="1133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confrimed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546236" y="695378"/>
            <a:ext cx="4959770" cy="33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09- Aspirin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473785" y="5355218"/>
            <a:ext cx="4959770" cy="100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CARD 10- Caffeine</a:t>
            </a:r>
          </a:p>
          <a:p>
            <a:pPr algn="ctr">
              <a:lnSpc>
                <a:spcPts val="2627"/>
              </a:lnSpc>
            </a:pPr>
          </a:p>
          <a:p>
            <a:pPr algn="ctr">
              <a:lnSpc>
                <a:spcPts val="2627"/>
              </a:lnSpc>
            </a:pPr>
            <a:r>
              <a:rPr lang="en-US" sz="1877">
                <a:solidFill>
                  <a:srgbClr val="01184E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991587" y="1019720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849314" y="5665973"/>
            <a:ext cx="2020327" cy="25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53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Molecular Formula: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031276" y="59107"/>
            <a:ext cx="12880710" cy="58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4"/>
              </a:lnSpc>
            </a:pPr>
            <a:r>
              <a:rPr lang="en-US" sz="3360">
                <a:solidFill>
                  <a:srgbClr val="FEFEFE"/>
                </a:solidFill>
                <a:latin typeface="Yeseva One"/>
                <a:ea typeface="Yeseva One"/>
                <a:cs typeface="Yeseva One"/>
                <a:sym typeface="Yeseva One"/>
              </a:rPr>
              <a:t>One Molecule, Four Representations: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DAHYRiCXmGo</dc:identifier>
  <dcterms:modified xsi:type="dcterms:W3CDTF">2011-08-01T06:04:30Z</dcterms:modified>
  <cp:revision>1</cp:revision>
  <dc:title>002_molecule_representation_source_marilla</dc:title>
</cp:coreProperties>
</file>